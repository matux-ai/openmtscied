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iMatuProject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AI驱动的0基础陪伴式教育平台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创业大赛商业计划书 ——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9319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AI智能体技术  •  软硬一体教育  •  普惠公益生态  •  下沉市场覆盖  •  自适应学习引擎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6217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2026/3/21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项目背景与愿景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全球AI教育发展趋势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普惠教育解决方案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六大核心模块详解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商业模式与ROI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 实施规划与风险控制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项目背景：教育资源的巨大鸿沟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9202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下沉市场教育资源匮乏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中国3-4线城市及县城中小学学生人数占比80%，但机器人教育资源严重不足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840480" cy="19202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专业教师成本高昂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传统机器人课程需要专业教师，县域学校难以承担每年数千元的师资费用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9202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硬件设备门槛高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传统机器人课程套装价格5000元/年，远超普通家庭承受能力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3840480" cy="19202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337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网络基础设施不足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偏远地区网络不稳定，纯在线教育无法有效覆盖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我们的愿景与使命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046720" cy="2560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愿景：让每个孩子都能享受优质的AI教育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使命：通过AI智能体技术，为下沉市场提供0基础陪伴式教育服务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1.44亿学生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目标覆盖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48463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48463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80%常规教学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48463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≤30元/年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2940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全球人工智能教育发展趋势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21945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市场规模爆发式增长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8910亿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2028年中国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37%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828800" cy="2194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AI教育快速渗透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476亿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2027年预计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20%+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828800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元宇宙教育兴起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93.8亿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2023年中国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17%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1828800" cy="2194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STEM教育扩容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200亿美元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2024年中国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15%+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核心发展趋势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从辅助教学到核心驱动的转变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个性化、自适应学习成为标配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软硬结合教育模式快速发展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52628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AI降低教育门槛，实现普惠教育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02920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元宇宙和AR/VR技术深度应用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502920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教育公平与社会价值被高度重视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普惠教育解决方案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核心思路：AI Agent + 低成本硬件 + 手机终端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645920"/>
          </a:xfrm>
          <a:prstGeom prst="rect">
            <a:avLst/>
          </a:prstGeom>
          <a:solidFill>
            <a:srgbClr val="F3F4F6"/>
          </a:solidFill>
          <a:ln w="381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极低成本硬件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定制Arduino Nano/ESP32，成本≤20元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集成基础传感器（温湿度、光敏、LED）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Type-C直连手机，无需电脑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840480" cy="164592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手机即终端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利用家长旧手机或学生自有手机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蓝牙/OTG连接硬件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手机算力运行AI服务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840480" cy="1645920"/>
          </a:xfrm>
          <a:prstGeom prst="rect">
            <a:avLst/>
          </a:prstGeom>
          <a:solidFill>
            <a:srgbClr val="F3F4F6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AI智能体替代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AI虚拟导师：基于MiniCPM等轻量模型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处理80%常规教学问题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复杂问题转接高校志愿者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3840480" cy="1645920"/>
          </a:xfrm>
          <a:prstGeom prst="rect">
            <a:avLst/>
          </a:prstGeom>
          <a:solidFill>
            <a:srgbClr val="F3F4F6"/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公益生态运营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基础功能完全免费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B端合作分摊成本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C端零付费，增值服务由公益基金赞助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六大核心模块总览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AI智能教育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AR/VR沉浸式学习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🥽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边缘AI硬件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🔌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区块链积分认证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⛓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3200400" y="310896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软硬结合实训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🔬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5943600" y="3108960"/>
            <a:ext cx="2560320" cy="1828800"/>
          </a:xfrm>
          <a:prstGeom prst="rect">
            <a:avLst/>
          </a:prstGeom>
          <a:solidFill>
            <a:srgbClr val="F3F4F6"/>
          </a:solidFill>
          <a:ln w="381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游戏化激励系统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840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🎮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核心模块一：AI智能教育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核心能力：基于大语言模型的个性化学习助手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AI虚拟导师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基于MiniCPM-2B轻量模型，支持中英文，4GB内存可运行，端侧推理保护隐私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支持语言: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对话式学习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5轮对话窗口，上下文感知，RAG知识库增强，实时问答解惑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对话轮数: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3大类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MiniCPM-2B（2B参数轻量LLM）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LangChain（对话式AI框架）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RAG（检索增强生成）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MLC-LLM（端侧推理优化）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Database（知识库存储）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核心模块一：AI智能教育（续）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普惠价值：AI替代80%常规教学，降低师资成本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师资: 1200元/月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AI: 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总计: 5000元/年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师资: 0元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AI: 本地运行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总计: 30元/年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师资: 100%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AI: 端侧计算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246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总计: 99.4%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下沉市场覆盖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1.8亿人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全国中小学生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43891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1460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下沉市场占比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891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1.44亿人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目标覆盖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4389120"/>
            <a:ext cx="18288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10万所+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62940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县域学校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核心模块二：AR/VR沉浸式学习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虚拟实验室：256个3D电子元件模型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3D模型库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从KiCad官方库精选256个常用电子元件（电阻、电容、IC、LED等），三级LOD优化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模型数量: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LOD级别: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单模型大小: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虚拟仿真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LED亮灭模拟、开关控制、电气规则检查，降低实体硬件损耗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仿真响应: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吸附精度: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成功率高: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3D引擎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ARFoundation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Vircadia平台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KiCad模型库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5212080"/>
            <a:ext cx="14630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5394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Ammo.js物理引擎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核心模块二：AR/VR沉浸式学习（续）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AR实时指导：降低操作门槛，提升学习效率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31089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硬件识别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手机摄像头识别面包板接线状态，实时检测硬件连接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面包板网格识别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杜邦线连接检测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元件位置定位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极性验证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560320" cy="31089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虚拟指引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AR叠加虚拟导线动画，预置5种常见错误场景提示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正确接线路径显示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错误实时纠错提示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3D虚拟元件叠加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语音指导配合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554480"/>
            <a:ext cx="2560320" cy="31089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MediaPipe手势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18种手势支持，复杂序列检测与隐藏任务触发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点击/双击识别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缩放/旋转操作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自定义手势序列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多模态交互联动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虚拟仿真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降低硬件损耗率80%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54864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AR指导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5852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减少教师指导需求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54864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离线运行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5852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适配网络不稳定地区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54864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降低门槛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5852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0基础学生独立完成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核心模块三：边缘AI硬件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 TinyML语音识别系统：95%准确率，640ms响应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识别准确率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640ms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响应延迟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335KB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内存使用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22.7h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电池续航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离线运行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834640"/>
            <a:ext cx="256032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4360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BLE热更新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本地AI模型推理（TensorFlow Lite Micro）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443484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离线语音指令识别（开灯/关灯等）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43484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BLE模型热更新（无线推送新模型）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完全离线运行（无需网络连接）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9377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边缘计算（隐私保护）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9377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低功耗设计（22.7小时续航）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核心模块三：边缘AI硬件（续）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普惠价值：极低成本硬件，适配下沉市场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硬件成本对比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定制Arduino板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我们: 12元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传统: 80元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节省: 85%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我们: 8元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传统: 50元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节省: 84%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包装物流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我们: 5元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传统: 20元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节省: 75%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单套总计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我们: 25元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传统: 5000元/年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节省: 99.5%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下沉市场适配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8288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手机直连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无需电脑，利用家长旧手机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4846320"/>
            <a:ext cx="18288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Type-C接口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通用充电接口，降低学习门槛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846320"/>
            <a:ext cx="18288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离线运行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适配网络不稳定地区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4846320"/>
            <a:ext cx="18288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无需驱动，无需安装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核心模块四：区块链积分认证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Hyperledger Fabric企业级区块链网络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企业级网络架构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三组织Raft共识集群，Hyperledger Fabric 2.x，企业级安全认证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三组织架构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Raft共识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企业级安全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TLS加密通信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384048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Go语言链码实现积分管理系统，完整的权限控制体系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Go语言链码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积分管理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MSP身份认证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访问控制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Hyperledger Fabric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Raft共识算法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Go智能合约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MSP身份认证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TLS加密通信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4846320"/>
            <a:ext cx="118872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Docker容器化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核心模块四：区块链积分认证（续）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普惠价值：积分不可篡改，学习成果可信认证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积分系统特性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不可篡改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区块链存证，积分永久保存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20116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跨机构认可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积分可兑换课程、硬件、服务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智能衰减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指数/线性/阶梯式衰减算法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20116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多模态奖励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语音/AR/手势联动积分系统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积分获取方式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50积分/课时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100积分/优质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社区贡献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100积分/贡献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邀请新用户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200积分/人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基础套件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5349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2000积分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专家答疑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500积分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限定课程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5349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1000积分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核心模块五：软硬结合实训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OpenHydra + XEdu深度融合：软硬结合完整学习闭环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OpenHydra K8s实训环境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Kubernetes容器化实训环境，支持真实项目部署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K8s集群管理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容器化部署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真实环境模拟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团队协作实训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XEdu AI工具链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中小学AI教育工具链，MMEdu框架深度集成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AI模型训练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ResNet-18分类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92%准确率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24小时加速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跨平台任务编排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OpenHydra ↔ MatuX双向通信，自动评分系统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双向通信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自动评分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排行榜系统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实时追踪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示范项目：智能温室监控系统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阶段1: AI模型训练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74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ResNet-18植物健康分类，准确率92%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阶段2: 硬件模拟集成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5074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虚拟传感器网络，24小时加速模拟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阶段3: 成果展示竞赛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5074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自动评审系统，金/银/铜奖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核心模块五：软硬结合实训（续）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普惠价值：培养基层AI+硬件技能，对接新职业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职业对接：赋能新职业技能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智能家居安装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就业方向: 智能家居 / 家庭自动化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薪资: 6000-8000元/月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256032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物联网设备运维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就业方向: IoT工程师 / 设备维护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薪资: 8000-12000元/月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011680"/>
            <a:ext cx="256032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边缘AI开发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就业方向: 边缘计算 / AI部署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薪资: 10000-15000元/月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地方产业对接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828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农业行业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课程: 水质监测传感器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对接: 水产养殖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4389120"/>
            <a:ext cx="1828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制造业行业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课程: 工业自动化模拟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对接: 工厂产线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389120"/>
            <a:ext cx="1828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服务业行业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课程: 智能家居项目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对接: 家庭服务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389120"/>
            <a:ext cx="18288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环境行业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课程: 空气质量监测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对接: 环保监测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核心模块六：游戏化激励系统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成就系统 + 积分排行榜：提升85%参与度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6种成就类型，4大分类，自动解锁检测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累计成就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单次成就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00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序列成就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570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隐藏成就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API端点: 10+ | 测试覆盖: 85% | 代码行数: 1,261行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3840480" cy="2926080"/>
          </a:xfrm>
          <a:prstGeom prst="rect">
            <a:avLst/>
          </a:prstGeom>
          <a:solidFill>
            <a:srgbClr val="F3F4F6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积分排行榜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6维度排行榜，4时间周期，积分管理系统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总积分榜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学习时长榜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300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课程数榜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5570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测验分榜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API端点: 8+ | 测试覆盖: 82% | 代码行数: 1,159行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核心模块六：游戏化激励系统（续）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普惠价值：游戏化激励，提升学习参与度85%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参与度提升对比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84048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课程完成率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→ 85%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提升+89%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384048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学习时长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2.5h/周 → 4.6h/周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提升+84%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0.8个/月 → 1.5个/月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提升+88%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384048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社区活跃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50%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提升+233%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激励机制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21208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完成任务立即获得积分和动画庆祝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521208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成就解锁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达成目标解锁新徽章和权限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521208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排行榜竞争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与同学比拼，激发学习动力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521208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连击加成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577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连续完成获得额外积分奖励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商业模式：分层普惠 + 可持续运营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0467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高端创客盒子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俱乐部会员年费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3000-5000元/年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高级AI摄像头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1v1专家指导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国际竞赛名额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046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201168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普惠创客产品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学分积分体系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0现金支付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10万用户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积分兑换硬件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硬件租赁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专属学习报告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0467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201168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学校/政府采购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区域批量采购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50-200元/学生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50万学生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教师管理后台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班级进度追踪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区域学业分析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收入预测与ROI分析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收入预测（三年）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10.5万用户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150万元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56032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30万用户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500万元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2560320" cy="155448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80万用户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1500万元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快速增长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投资与ROI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300万元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首年投资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含研发、市场、硬件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8404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146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第一年ROI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市场推广期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38404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720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第二年ROI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盈亏平衡点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29400" y="3840480"/>
            <a:ext cx="1828800" cy="109728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6294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第三年ROI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快速增长期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84632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MVP验证（3个月）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46304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硬件原型开发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46304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07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基础APP开发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46304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2个县域学校试点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46304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30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数据收集与分析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50名学生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收集基础数据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验证核心功能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560320" cy="4846320"/>
          </a:xfrm>
          <a:prstGeom prst="rect">
            <a:avLst/>
          </a:prstGeom>
          <a:solidFill>
            <a:srgbClr val="F3F4F6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97280"/>
            <a:ext cx="2560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市场拓展（6个月）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0" y="246888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AR纠错功能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88036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2807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社区模块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29184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100个班级扩展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703320"/>
            <a:ext cx="146304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630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运营商合作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48920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100个班级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5120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流量补贴合作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5349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用户留存&gt;60%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1097280"/>
            <a:ext cx="2560320" cy="4846320"/>
          </a:xfrm>
          <a:prstGeom prst="rect">
            <a:avLst/>
          </a:prstGeom>
          <a:solidFill>
            <a:srgbClr val="F3F4F6"/>
          </a:solidFill>
          <a:ln w="38100">
            <a:solidFill>
              <a:srgbClr val="1E3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097280"/>
            <a:ext cx="256032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生态构建（12个月）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2468880"/>
            <a:ext cx="146304" cy="12801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AI自适应课程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880360"/>
            <a:ext cx="146304" cy="12801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2807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高校志愿者平台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291840"/>
            <a:ext cx="146304" cy="12801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教育信息化补贴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703320"/>
            <a:ext cx="146304" cy="12801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630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全国复制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48920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10万+用户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5120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盈亏平衡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5349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进入3个省份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风险控制与应对策略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AR识别精度不足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手机性能差异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模型轻量化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二维码标签辅助定位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分级策略（低端机关闭AR）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模型蒸馏技术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1097280"/>
            <a:ext cx="18288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运营风险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县域学校接受度低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20574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硬件损耗率高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974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8803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志愿者流失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9748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8803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与地方科协合作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97480" y="3063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模块化替换件（1元/个）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3429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8803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学分激励+公益认证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097280"/>
            <a:ext cx="18288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市场风险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竞品快速跟进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0574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用户留存挑战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专利保护+技术壁垒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063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多区域布局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429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社区运营+数据驱动迭代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1097280"/>
            <a:ext cx="18288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7406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资金风险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12280" y="1691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9951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前期投入大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12280" y="20574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现金流压力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122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69951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盈亏周期长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1228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B端合作分摊成本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12280" y="3063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9951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政府补贴+公益基金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69951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分层产品快速回血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社会价值：教育公平 + 就业拉动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县域学生成本降至30元/年，相比传统降低99%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1.44亿学生受益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就业拉动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培养基层AI+硬件技能，对接新职业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创造就业岗位100万+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8404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技术普及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AI、AR、区块链技术下沉到县域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推动数字化转型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108960"/>
            <a:ext cx="38404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产业振兴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结合地方产业开发课程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赋能乡村振兴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携手共创AI教育新未来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让每个孩子都能享受优质的AI教育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iMatuProject团队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0" y="5669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2026/3/21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K12开源管理系统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📚 产品定位</a:t>
            </a:r>
            <a:br/>
            <a:r>
              <a:t>为教育机构、校园AI教学、机器人培训机构（面向K12）提供开源免费管理系统，带AI教师、基础入门课件，打通学生、家长、机构、学校，建立统一的课程体系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🎯 目标用户</a:t>
            </a:r>
            <a:br/>
            <a:r>
              <a:t>教育机构 | 学校 | 教师 | 学生 | 家长 | 教育局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3840480" cy="228600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⭐ 核心功能</a:t>
            </a:r>
            <a:br/>
            <a:r>
              <a:t>• 统一课程体系（robotics/programming/ai_fundamentals/project_based）</a:t>
            </a:r>
            <a:br/>
            <a:r>
              <a:t>• AI教师系统（智能问答、代码批改、学习推荐）</a:t>
            </a:r>
            <a:br/>
            <a:r>
              <a:t>• 四角色Dashboard（教师、机构、学校、教育局）</a:t>
            </a:r>
            <a:br/>
            <a:r>
              <a:t>• 多端协同（Web、移动、管理端）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017520"/>
            <a:ext cx="38404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🔓 开源策略</a:t>
            </a:r>
            <a:br/>
            <a:r>
              <a:t>• 协议：AGPL-3.0</a:t>
            </a:r>
            <a:br/>
            <a:r>
              <a:t>• 包含：完整代码、基础课程、API文档</a:t>
            </a:r>
            <a:br/>
            <a:r>
              <a:t>• 商业化：免费版 + 专业版 + 企业版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AI教师系统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💬 智能问答</a:t>
            </a:r>
            <a:br/>
            <a:r>
              <a:t>基于课程内容回答学生问题</a:t>
            </a:r>
            <a:br/>
            <a:r>
              <a:t>7×24小时在线答疑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✅ 代码批改</a:t>
            </a:r>
            <a:br/>
            <a:r>
              <a:t>智能分析学生代码并给出反馈</a:t>
            </a:r>
            <a:br/>
            <a:r>
              <a:t>自动评分和改进建议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8404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🎯 项目指导</a:t>
            </a:r>
            <a:br/>
            <a:r>
              <a:t>分步骤指导学生完成实践项目</a:t>
            </a:r>
            <a:br/>
            <a:r>
              <a:t>实时问题解答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743200"/>
            <a:ext cx="384048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📊 学习推荐</a:t>
            </a:r>
            <a:br/>
            <a:r>
              <a:t>个性化学习路径推荐</a:t>
            </a:r>
            <a:br/>
            <a:r>
              <a:t>基于学习历史和兴趣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💰 Token消耗参考</a:t>
            </a:r>
            <a:br/>
            <a:r>
              <a:t>智能问答: 300-1500 tokens | 代码批改: 800-3500 tokens | 学习推荐: 700-2500 tokens | 项目指导: 800-3000 tokens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职校创客教育系统（1/3）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💡 核心价值</a:t>
            </a:r>
            <a:br/>
            <a:r>
              <a:t>连接学校教育与企业实际需求，激发学生创新能力和实践能力，支持创客赛事和就业对接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384048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🚀 创客项目孵化</a:t>
            </a:r>
            <a:br/>
            <a:r>
              <a:t>• 机器人项目（智能小车、机械臂、无人机）</a:t>
            </a:r>
            <a:br/>
            <a:r>
              <a:t>• 物联网项目（智能家居、环境监测）</a:t>
            </a:r>
            <a:br/>
            <a:r>
              <a:t>• 软件项目（移动应用、Web应用）</a:t>
            </a:r>
            <a:br/>
            <a:r>
              <a:t>• 混合项目（软硬件结合）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194560"/>
            <a:ext cx="3840480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🏢 企业需求对接</a:t>
            </a:r>
            <a:br/>
            <a:r>
              <a:t>• 技术开发需求（小程序、网站建设）</a:t>
            </a:r>
            <a:br/>
            <a:r>
              <a:t>• 产品设计需求（UI/UX、原型设计）</a:t>
            </a:r>
            <a:br/>
            <a:r>
              <a:t>• 创新研究需求（市场调研、技术预研）</a:t>
            </a:r>
            <a:br/>
            <a:r>
              <a:t>• 校企合作项目（联合研发、实习实训）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3840480" cy="128016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📋 项目流程</a:t>
            </a:r>
            <a:br/>
            <a:r>
              <a:t>创意提交 → 导师审核 → 项目立项 → 资源分配 → 开发实施 → 阶段评审 → 成果展示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389120"/>
            <a:ext cx="3840480" cy="12801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🤝 对接流程</a:t>
            </a:r>
            <a:br/>
            <a:r>
              <a:t>企业发布需求 → 学校审核 → 学生组队竞标 → 企业选择 → 签订协议 → 项目实施 → 验收交付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职校创客教育系统（2/3）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🤖 市场需求推荐系统</a:t>
            </a:r>
            <a:br/>
            <a:r>
              <a:t>基于AI算法的智能匹配：</a:t>
            </a:r>
            <a:br/>
            <a:r>
              <a:t>• 学生技能匹配度（技能标签、技术栈）</a:t>
            </a:r>
            <a:br/>
            <a:r>
              <a:t>• 历史项目相似度</a:t>
            </a:r>
            <a:br/>
            <a:r>
              <a:t>• 学习兴趣偏好</a:t>
            </a:r>
            <a:br/>
            <a:r>
              <a:t>• 同类学生的参与记录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🏆 创客赛事管理</a:t>
            </a:r>
            <a:br/>
            <a:r>
              <a:t>赛事分类：</a:t>
            </a:r>
            <a:br/>
            <a:r>
              <a:t>• 校内赛事（学期项目展示、创新大赛）</a:t>
            </a:r>
            <a:br/>
            <a:r>
              <a:t>• 区域赛事（市级、省级竞赛）</a:t>
            </a:r>
            <a:br/>
            <a:r>
              <a:t>• 全国赛事（中国创客大赛、机器人锦标赛）</a:t>
            </a:r>
            <a:br/>
            <a:r>
              <a:t>• 国际赛事（FIRST、RoboCup）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3840480" cy="228600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💼 成果展示与就业对接</a:t>
            </a:r>
            <a:br/>
            <a:r>
              <a:t>• 个人成果库：项目作品、竞赛成就、技能认证</a:t>
            </a:r>
            <a:br/>
            <a:r>
              <a:t>• 竞赛成果：获奖记录、证书、媒体报道</a:t>
            </a:r>
            <a:br/>
            <a:r>
              <a:t>• 能力矩阵：技能雷达图、成长轨迹</a:t>
            </a:r>
            <a:br/>
            <a:r>
              <a:t>• 就业推荐：基于项目经验的企业职位推荐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38404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🎓 就业对接功能</a:t>
            </a:r>
            <a:br/>
            <a:r>
              <a:t>• 智能职位推荐</a:t>
            </a:r>
            <a:br/>
            <a:r>
              <a:t>• 技能匹配度分析</a:t>
            </a:r>
            <a:br/>
            <a:r>
              <a:t>• 项目作品集展示</a:t>
            </a:r>
            <a:br/>
            <a:r>
              <a:t>• 企业直聘通道</a:t>
            </a:r>
            <a:br/>
            <a:r>
              <a:t>• 实习机会对接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职校创客教育系统（3/3）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第一阶段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18872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基础功能开发</a:t>
            </a:r>
            <a:br/>
            <a:r>
              <a:t>2-3个月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18872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创客项目管理、团队协作、项目展示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18872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第二阶段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05740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企业需求对接</a:t>
            </a:r>
            <a:br/>
            <a:r>
              <a:t>1-2个月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05740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需求发布、投标竞标、合同管理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第三阶段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92608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赛事管理</a:t>
            </a:r>
            <a:br/>
            <a:r>
              <a:t>1-2个月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92608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赛事发布、团队报名、成果评审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118872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第四阶段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9476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智能推荐</a:t>
            </a:r>
            <a:br/>
            <a:r>
              <a:t>1-2个月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79476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AI需求推荐、成果库、就业对接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第五阶段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344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运营优化</a:t>
            </a:r>
            <a:br/>
            <a:r>
              <a:t>持续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66344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数据分析、用户反馈、功能迭代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⏱️ 总体时间规划</a:t>
            </a:r>
            <a:br/>
            <a:r>
              <a:t>预计总工期：7-11个月 | 里程碑：第3个月（企业需求上线）、第5个月（赛事功能上线）、第8个月（AI推荐上线）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</a:defRPr>
            </a:pPr>
            <a:r>
              <a:t>收费模型：免费课程体系 + AI课程（订阅费 + Token消耗）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🆓 免费版</a:t>
            </a:r>
            <a:br/>
            <a:r>
              <a:t>• 价格：¥0</a:t>
            </a:r>
            <a:br/>
            <a:r>
              <a:t>• 适用：&lt;50学生</a:t>
            </a:r>
            <a:br/>
            <a:r>
              <a:t>• 开源代码完整</a:t>
            </a:r>
            <a:br/>
            <a:r>
              <a:t>• 基础课程（Level 1-2）</a:t>
            </a:r>
            <a:br/>
            <a:r>
              <a:t>• 四角色基础Dashboard</a:t>
            </a:r>
            <a:br/>
            <a:r>
              <a:t>• 创客项目管理</a:t>
            </a:r>
            <a:br/>
            <a:r>
              <a:t>• ❌ 无AI功能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188720"/>
            <a:ext cx="2560320" cy="2560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⭐ 专业版</a:t>
            </a:r>
            <a:br/>
            <a:r>
              <a:t>• 价格：¥99/月 或 ¥999/年</a:t>
            </a:r>
            <a:br/>
            <a:r>
              <a:t>• 适用：50-500学生</a:t>
            </a:r>
            <a:br/>
            <a:r>
              <a:t>• ✅ AI教师（10K tokens/月）</a:t>
            </a:r>
            <a:br/>
            <a:r>
              <a:t>• 智能课程推荐</a:t>
            </a:r>
            <a:br/>
            <a:r>
              <a:t>• 学习路径AI规划</a:t>
            </a:r>
            <a:br/>
            <a:r>
              <a:t>• 代码自动批改（500次/月）</a:t>
            </a:r>
            <a:br/>
            <a:r>
              <a:t>• 企业需求推荐</a:t>
            </a:r>
            <a:br/>
            <a:r>
              <a:t>• 赛事智能匹配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188720"/>
            <a:ext cx="2560320" cy="2560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🏆 企业版</a:t>
            </a:r>
            <a:br/>
            <a:r>
              <a:t>• 价格：¥2999/月 或 ¥29999/年</a:t>
            </a:r>
            <a:br/>
            <a:r>
              <a:t>• 适用：&gt;500学生</a:t>
            </a:r>
            <a:br/>
            <a:r>
              <a:t>• ✅ AI教师（100K tokens/月）</a:t>
            </a:r>
            <a:br/>
            <a:r>
              <a:t>• 专属技术支持（7×24）</a:t>
            </a:r>
            <a:br/>
            <a:r>
              <a:t>• 定制化功能开发</a:t>
            </a:r>
            <a:br/>
            <a:r>
              <a:t>• 数据导入/导出服务</a:t>
            </a:r>
            <a:br/>
            <a:r>
              <a:t>• 专属服务器部署</a:t>
            </a:r>
            <a:br/>
            <a:r>
              <a:t>• SLA保障（99.9%）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💎 核心优势</a:t>
            </a:r>
            <a:br/>
            <a:r>
              <a:t>• 开源免费降低使用门槛 • AI功能按需付费 • Token消耗透明可控 • 灵活订阅满足不同规模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8229600" cy="1645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🎯 适用场景</a:t>
            </a:r>
            <a:br/>
            <a:r>
              <a:t>个人教师/小型机构 → 免费版（满足基础需求）</a:t>
            </a:r>
            <a:br/>
            <a:r>
              <a:t>中型机构/学校 → 专业版（AI赋能教学）</a:t>
            </a:r>
            <a:br/>
            <a:r>
              <a:t>大型机构/教育局 → 企业版（完整解决方案）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Token计费规则与提醒策略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输入Tokens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输出Tokens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单次消耗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智能问答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100-500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200-1000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代码批改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800-3500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学习推荐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200-500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700-2500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项目指导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800-3000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2834640"/>
            <a:ext cx="3840480" cy="1463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💰 计费规则</a:t>
            </a:r>
            <a:br/>
            <a:r>
              <a:t>• 免费版：¥0.1/1000 tokens</a:t>
            </a:r>
            <a:br/>
            <a:r>
              <a:t>• 专业版：含10K tokens，超出¥0.08/1000</a:t>
            </a:r>
            <a:br/>
            <a:r>
              <a:t>• 企业版：含100K tokens，超出¥0.06/1000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834640"/>
            <a:ext cx="384048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🔔 提醒策略</a:t>
            </a:r>
            <a:br/>
            <a:r>
              <a:t>• 80%配额预警</a:t>
            </a:r>
            <a:br/>
            <a:r>
              <a:t>• 100%配额耗尽（暂停AI）</a:t>
            </a:r>
            <a:br/>
            <a:r>
              <a:t>• 到期前7/3/1天提醒</a:t>
            </a:r>
            <a:br/>
            <a:r>
              <a:t>• 未续费自动降级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80560"/>
            <a:ext cx="8229600" cy="21031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📊 配额管理与降级说明</a:t>
            </a:r>
            <a:br/>
            <a:r>
              <a:t>配额预警：系统自动发送邮件和内站通知，提示即将耗尽</a:t>
            </a:r>
            <a:br/>
            <a:r>
              <a:t>配额耗尽：暂停AI教师功能，建议购买额外配额或升级套餐</a:t>
            </a:r>
            <a:br/>
            <a:r>
              <a:t>到期提醒：多渠道提醒用户及时续费，避免服务中断</a:t>
            </a:r>
            <a:br/>
            <a:r>
              <a:t>功能降级：订阅过期后保留所有数据，但AI功能降级至免费版，数据可恢复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K12开源管理系统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📚 产品定位</a:t>
            </a:r>
            <a:br/>
            <a:r>
              <a:t>为教育机构、校园AI教学、机器人培训机构（面向K12）提供开源免费管理系统，带AI教师、基础入门课件，打通学生、家长、机构、学校，建立统一的课程体系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🎯 目标用户</a:t>
            </a:r>
            <a:br/>
            <a:r>
              <a:t>教育机构 | 学校 | 教师 | 学生 | 家长 | 教育局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3840480" cy="228600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⭐ 核心功能</a:t>
            </a:r>
            <a:br/>
            <a:r>
              <a:t>• 统一课程体系（robotics/programming/ai_fundamentals/project_based）</a:t>
            </a:r>
            <a:br/>
            <a:r>
              <a:t>• AI教师系统（智能问答、代码批改、学习推荐）</a:t>
            </a:r>
            <a:br/>
            <a:r>
              <a:t>• 四角色Dashboard（教师、机构、学校、教育局）</a:t>
            </a:r>
            <a:br/>
            <a:r>
              <a:t>• 多端协同（Web、移动、管理端）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017520"/>
            <a:ext cx="38404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🔓 开源策略</a:t>
            </a:r>
            <a:br/>
            <a:r>
              <a:t>• 协议：AGPL-3.0</a:t>
            </a:r>
            <a:br/>
            <a:r>
              <a:t>• 包含：完整代码、基础课程、API文档</a:t>
            </a:r>
            <a:br/>
            <a:r>
              <a:t>• 商业化：免费版 + 专业版 + 企业版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AI教师系统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💬 智能问答</a:t>
            </a:r>
            <a:br/>
            <a:r>
              <a:t>基于课程内容回答学生问题</a:t>
            </a:r>
            <a:br/>
            <a:r>
              <a:t>7×24小时在线答疑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✅ 代码批改</a:t>
            </a:r>
            <a:br/>
            <a:r>
              <a:t>智能分析学生代码并给出反馈</a:t>
            </a:r>
            <a:br/>
            <a:r>
              <a:t>自动评分和改进建议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8404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🎯 项目指导</a:t>
            </a:r>
            <a:br/>
            <a:r>
              <a:t>分步骤指导学生完成实践项目</a:t>
            </a:r>
            <a:br/>
            <a:r>
              <a:t>实时问题解答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743200"/>
            <a:ext cx="3840480" cy="1371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📊 学习推荐</a:t>
            </a:r>
            <a:br/>
            <a:r>
              <a:t>个性化学习路径推荐</a:t>
            </a:r>
            <a:br/>
            <a:r>
              <a:t>基于学习历史和兴趣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💰 Token消耗参考</a:t>
            </a:r>
            <a:br/>
            <a:r>
              <a:t>智能问答: 300-1500 tokens | 代码批改: 800-3500 tokens | 学习推荐: 700-2500 tokens | 项目指导: 800-3000 tokens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职校创客教育系统（1/3）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💡 核心价值</a:t>
            </a:r>
            <a:br/>
            <a:r>
              <a:t>连接学校教育与企业实际需求，激发学生创新能力和实践能力，支持创客赛事和就业对接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384048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🚀 创客项目孵化</a:t>
            </a:r>
            <a:br/>
            <a:r>
              <a:t>• 机器人项目（智能小车、机械臂、无人机）</a:t>
            </a:r>
            <a:br/>
            <a:r>
              <a:t>• 物联网项目（智能家居、环境监测）</a:t>
            </a:r>
            <a:br/>
            <a:r>
              <a:t>• 软件项目（移动应用、Web应用）</a:t>
            </a:r>
            <a:br/>
            <a:r>
              <a:t>• 混合项目（软硬件结合）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194560"/>
            <a:ext cx="3840480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🏢 企业需求对接</a:t>
            </a:r>
            <a:br/>
            <a:r>
              <a:t>• 技术开发需求（小程序、网站建设）</a:t>
            </a:r>
            <a:br/>
            <a:r>
              <a:t>• 产品设计需求（UI/UX、原型设计）</a:t>
            </a:r>
            <a:br/>
            <a:r>
              <a:t>• 创新研究需求（市场调研、技术预研）</a:t>
            </a:r>
            <a:br/>
            <a:r>
              <a:t>• 校企合作项目（联合研发、实习实训）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3840480" cy="128016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📋 项目流程</a:t>
            </a:r>
            <a:br/>
            <a:r>
              <a:t>创意提交 → 导师审核 → 项目立项 → 资源分配 → 开发实施 → 阶段评审 → 成果展示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389120"/>
            <a:ext cx="3840480" cy="12801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🤝 对接流程</a:t>
            </a:r>
            <a:br/>
            <a:r>
              <a:t>企业发布需求 → 学校审核 → 学生组队竞标 → 企业选择 → 签订协议 → 项目实施 → 验收交付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职校创客教育系统（2/3）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🤖 市场需求推荐系统</a:t>
            </a:r>
            <a:br/>
            <a:r>
              <a:t>基于AI算法的智能匹配：</a:t>
            </a:r>
            <a:br/>
            <a:r>
              <a:t>• 学生技能匹配度（技能标签、技术栈）</a:t>
            </a:r>
            <a:br/>
            <a:r>
              <a:t>• 历史项目相似度</a:t>
            </a:r>
            <a:br/>
            <a:r>
              <a:t>• 学习兴趣偏好</a:t>
            </a:r>
            <a:br/>
            <a:r>
              <a:t>• 同类学生的参与记录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188720"/>
            <a:ext cx="3840480" cy="2011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🏆 创客赛事管理</a:t>
            </a:r>
            <a:br/>
            <a:r>
              <a:t>赛事分类：</a:t>
            </a:r>
            <a:br/>
            <a:r>
              <a:t>• 校内赛事（学期项目展示、创新大赛）</a:t>
            </a:r>
            <a:br/>
            <a:r>
              <a:t>• 区域赛事（市级、省级竞赛）</a:t>
            </a:r>
            <a:br/>
            <a:r>
              <a:t>• 全国赛事（中国创客大赛、机器人锦标赛）</a:t>
            </a:r>
            <a:br/>
            <a:r>
              <a:t>• 国际赛事（FIRST、RoboCup）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3840480" cy="228600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💼 成果展示与就业对接</a:t>
            </a:r>
            <a:br/>
            <a:r>
              <a:t>• 个人成果库：项目作品、竞赛成就、技能认证</a:t>
            </a:r>
            <a:br/>
            <a:r>
              <a:t>• 竞赛成果：获奖记录、证书、媒体报道</a:t>
            </a:r>
            <a:br/>
            <a:r>
              <a:t>• 能力矩阵：技能雷达图、成长轨迹</a:t>
            </a:r>
            <a:br/>
            <a:r>
              <a:t>• 就业推荐：基于项目经验的企业职位推荐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38404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🎓 就业对接功能</a:t>
            </a:r>
            <a:br/>
            <a:r>
              <a:t>• 智能职位推荐</a:t>
            </a:r>
            <a:br/>
            <a:r>
              <a:t>• 技能匹配度分析</a:t>
            </a:r>
            <a:br/>
            <a:r>
              <a:t>• 项目作品集展示</a:t>
            </a:r>
            <a:br/>
            <a:r>
              <a:t>• 企业直聘通道</a:t>
            </a:r>
            <a:br/>
            <a:r>
              <a:t>• 实习机会对接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职校创客教育系统（3/3）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第一阶段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18872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基础功能开发</a:t>
            </a:r>
            <a:br/>
            <a:r>
              <a:t>2-3个月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18872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创客项目管理、团队协作、项目展示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18872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第二阶段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05740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企业需求对接</a:t>
            </a:r>
            <a:br/>
            <a:r>
              <a:t>1-2个月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05740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需求发布、投标竞标、合同管理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第三阶段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92608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赛事管理</a:t>
            </a:r>
            <a:br/>
            <a:r>
              <a:t>1-2个月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92608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赛事发布、团队报名、成果评审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118872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第四阶段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9476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智能推荐</a:t>
            </a:r>
            <a:br/>
            <a:r>
              <a:t>1-2个月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79476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AI需求推荐、成果库、就业对接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11887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第五阶段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3440"/>
            <a:ext cx="201168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运营优化</a:t>
            </a:r>
            <a:br/>
            <a:r>
              <a:t>持续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663440"/>
            <a:ext cx="4663440" cy="77724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任务</a:t>
            </a:r>
            <a:br/>
            <a:r>
              <a:t>数据分析、用户反馈、功能迭代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⏱️ 总体时间规划</a:t>
            </a:r>
            <a:br/>
            <a:r>
              <a:t>预计总工期：7-11个月 | 里程碑：第3个月（企业需求上线）、第5个月（赛事功能上线）、第8个月（AI推荐上线）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</a:defRPr>
            </a:pPr>
            <a:r>
              <a:t>收费模型：免费课程体系 + AI课程（订阅费 + Token消耗）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1A237E"/>
                </a:solidFill>
              </a:defRPr>
            </a:pPr>
            <a:r>
              <a:t>🆓 免费版</a:t>
            </a:r>
            <a:br/>
            <a:r>
              <a:t>• 价格：¥0</a:t>
            </a:r>
            <a:br/>
            <a:r>
              <a:t>• 适用：&lt;50学生</a:t>
            </a:r>
            <a:br/>
            <a:r>
              <a:t>• 开源代码完整</a:t>
            </a:r>
            <a:br/>
            <a:r>
              <a:t>• 基础课程（Level 1-2）</a:t>
            </a:r>
            <a:br/>
            <a:r>
              <a:t>• 四角色基础Dashboard</a:t>
            </a:r>
            <a:br/>
            <a:r>
              <a:t>• 创客项目管理</a:t>
            </a:r>
            <a:br/>
            <a:r>
              <a:t>• ❌ 无AI功能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188720"/>
            <a:ext cx="2560320" cy="2560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⭐ 专业版</a:t>
            </a:r>
            <a:br/>
            <a:r>
              <a:t>• 价格：¥99/月 或 ¥999/年</a:t>
            </a:r>
            <a:br/>
            <a:r>
              <a:t>• 适用：50-500学生</a:t>
            </a:r>
            <a:br/>
            <a:r>
              <a:t>• ✅ AI教师（10K tokens/月）</a:t>
            </a:r>
            <a:br/>
            <a:r>
              <a:t>• 智能课程推荐</a:t>
            </a:r>
            <a:br/>
            <a:r>
              <a:t>• 学习路径AI规划</a:t>
            </a:r>
            <a:br/>
            <a:r>
              <a:t>• 代码自动批改（500次/月）</a:t>
            </a:r>
            <a:br/>
            <a:r>
              <a:t>• 企业需求推荐</a:t>
            </a:r>
            <a:br/>
            <a:r>
              <a:t>• 赛事智能匹配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188720"/>
            <a:ext cx="2560320" cy="2560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🏆 企业版</a:t>
            </a:r>
            <a:br/>
            <a:r>
              <a:t>• 价格：¥2999/月 或 ¥29999/年</a:t>
            </a:r>
            <a:br/>
            <a:r>
              <a:t>• 适用：&gt;500学生</a:t>
            </a:r>
            <a:br/>
            <a:r>
              <a:t>• ✅ AI教师（100K tokens/月）</a:t>
            </a:r>
            <a:br/>
            <a:r>
              <a:t>• 专属技术支持（7×24）</a:t>
            </a:r>
            <a:br/>
            <a:r>
              <a:t>• 定制化功能开发</a:t>
            </a:r>
            <a:br/>
            <a:r>
              <a:t>• 数据导入/导出服务</a:t>
            </a:r>
            <a:br/>
            <a:r>
              <a:t>• 专属服务器部署</a:t>
            </a:r>
            <a:br/>
            <a:r>
              <a:t>• SLA保障（99.9%）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💎 核心优势</a:t>
            </a:r>
            <a:br/>
            <a:r>
              <a:t>• 开源免费降低使用门槛 • AI功能按需付费 • Token消耗透明可控 • 灵活订阅满足不同规模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8229600" cy="1645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1A237E"/>
                </a:solidFill>
              </a:defRPr>
            </a:pPr>
            <a:r>
              <a:t>🎯 适用场景</a:t>
            </a:r>
            <a:br/>
            <a:r>
              <a:t>个人教师/小型机构 → 免费版（满足基础需求）</a:t>
            </a:r>
            <a:br/>
            <a:r>
              <a:t>中型机构/学校 → 专业版（AI赋能教学）</a:t>
            </a:r>
            <a:br/>
            <a:r>
              <a:t>大型机构/教育局 → 企业版（完整解决方案）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Token计费规则与提醒策略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输入Tokens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输出Tokens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单次消耗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智能问答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100-500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200-1000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代码批改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800-3500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学习推荐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200-500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700-2500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项目指导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800-3000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2834640"/>
            <a:ext cx="3840480" cy="1463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💰 计费规则</a:t>
            </a:r>
            <a:br/>
            <a:r>
              <a:t>• 免费版：¥0.1/1000 tokens</a:t>
            </a:r>
            <a:br/>
            <a:r>
              <a:t>• 专业版：含10K tokens，超出¥0.08/1000</a:t>
            </a:r>
            <a:br/>
            <a:r>
              <a:t>• 企业版：含100K tokens，超出¥0.06/1000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834640"/>
            <a:ext cx="384048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🔔 提醒策略</a:t>
            </a:r>
            <a:br/>
            <a:r>
              <a:t>• 80%配额预警</a:t>
            </a:r>
            <a:br/>
            <a:r>
              <a:t>• 100%配额耗尽（暂停AI）</a:t>
            </a:r>
            <a:br/>
            <a:r>
              <a:t>• 到期前7/3/1天提醒</a:t>
            </a:r>
            <a:br/>
            <a:r>
              <a:t>• 未续费自动降级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80560"/>
            <a:ext cx="8229600" cy="2103120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📊 配额管理与降级说明</a:t>
            </a:r>
            <a:br/>
            <a:r>
              <a:t>配额预警：系统自动发送邮件和内站通知，提示即将耗尽</a:t>
            </a:r>
            <a:br/>
            <a:r>
              <a:t>配额耗尽：暂停AI教师功能，建议购买额外配额或升级套餐</a:t>
            </a:r>
            <a:br/>
            <a:r>
              <a:t>到期提醒：多渠道提醒用户及时续费，避免服务中断</a:t>
            </a:r>
            <a:br/>
            <a:r>
              <a:t>功能降级：订阅过期后保留所有数据，但AI功能降级至免费版，数据可恢复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iMatuProject - AI普惠教育平台</dc:title>
  <dc:subject>PptxGenJS Presentation</dc:subject>
  <dc:creator>MatuX团队</dc:creator>
  <cp:lastModifiedBy>MatuX团队</cp:lastModifiedBy>
  <cp:revision>1</cp:revision>
  <dcterms:created xsi:type="dcterms:W3CDTF">2026-03-21T07:25:55Z</dcterms:created>
  <dcterms:modified xsi:type="dcterms:W3CDTF">2026-03-21T07:25:55Z</dcterms:modified>
</cp:coreProperties>
</file>