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MatuX AI教育平台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智能化多模态教育生态系统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创业大赛商业计划书 ——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AI智能推荐  ✓ AR/VR沉浸式学习  ✓ 区块链积分认证  ✓ 边缘AI硬件  ✓ 软硬结合实训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6217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2026/3/21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项目概况与愿景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市场前景分析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核心竞争力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商业模式与ROI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实施规划与路线图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846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 团队与资源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AI智能教育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基于LangChain的对话式学习助手，0.8秒响应，准确率90%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84048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AR/VR沉浸式学习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256个3D电子元件模型，虚拟实验室，MediaPipe手势识别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84048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区块链积分认证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Hyperledger Fabric企业级网络，积分不可篡改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384048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边缘AI硬件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 TinyML语音识别，95%准确率，离线运行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384048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软硬结合实训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OpenHydra+XEdu深度融合，跨平台任务编排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4389120"/>
            <a:ext cx="384048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游戏化激励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4892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成就系统、排行榜、积分衰减机制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市场前景分析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AI教育市场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476亿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2027年预计，年复合增长20%+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828800" cy="201168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STEM教育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200亿美元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中国2024年预测，年复合增长15%+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828800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元宇宙教育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93.8亿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中国2023年，年复合增长17%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097280"/>
            <a:ext cx="1828800" cy="201168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在线教育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8910亿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中国2028年预测，年复合增长37%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核心市场趋势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0352" y="4206240"/>
            <a:ext cx="219456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教育数字化转型加速，政策强力支持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87952" y="4206240"/>
            <a:ext cx="219456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AI技术成熟，从辅助到核心驱动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4663440"/>
            <a:ext cx="219456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软硬结合成为新趋势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87952" y="4663440"/>
            <a:ext cx="219456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元宇宙教育应用场景不断丰富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" y="5120640"/>
            <a:ext cx="219456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个性化、智能化需求日益增长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87952" y="5120640"/>
            <a:ext cx="219456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区块链认证提升学习可信度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ESP32 TinyML边缘AI：95%准确率，640ms响应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256个3D电子元件模型库，LOD优化技术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Hyperledger Fabric企业级区块链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AI学习助手0.8秒响应，准确率90%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384048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生态整合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OpenHydra K8s实训环境深度集成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XEdu中小学AI工具链无缝对接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Vircadia元宇宙教育场景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软硬结合完整学习闭环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84048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开源版：社区驱动，技术验证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Windows本地版：离线运行，企业部署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云托管版：SaaS模式，多租户支持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ToB定制：学校授权，课程开发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291840"/>
            <a:ext cx="384048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游戏化激励系统，提升85%参与度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多模态交互（语音/AR/手势）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智能推荐算法，i+1难度匹配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实时进度同步，多设备无缝切换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04672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3716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234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社区驱动，技术验证，吸引开发者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13716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Windows本地版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$999/年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离线运行，企业部署，含AI功能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04672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13716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云托管版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$299/年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SaaS模式，云端同步，多租户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389120"/>
            <a:ext cx="13716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ToB定制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$500+起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0" y="4526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学校授权，课程定制，按需收费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804672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486400"/>
            <a:ext cx="13716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69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Token增值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5669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按量计费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0" y="5623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AI功能调用，课程生成，智能推荐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投资估算（首年）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研发团队（10人）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云服务与基础设施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市场推广与运营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硬件采购（ESP32等）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20万元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其他运营成本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总投资：250万元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收入预测（三年）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384048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5,000用户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384048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300万元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20,000用户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651760"/>
            <a:ext cx="384048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800万元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50,000用户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ROI分析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第一年ROI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5394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-68%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57200" y="5852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市场推广期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第二年ROI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00400" y="5394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200400" y="5852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盈亏平衡点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第三年ROI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0" y="5394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943600" y="5852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快速增长期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457200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基础建设（3个月）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Token计费系统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Windows安装包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673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核心功能完善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560320" cy="4572000"/>
          </a:xfrm>
          <a:prstGeom prst="rect">
            <a:avLst/>
          </a:prstGeom>
          <a:solidFill>
            <a:srgbClr val="F3F4F6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97280"/>
            <a:ext cx="25603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市场拓展（6个月）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74720" y="25603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云托管部署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2004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ToB客户开拓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8404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7673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课程内容扩充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1097280"/>
            <a:ext cx="2560320" cy="4572000"/>
          </a:xfrm>
          <a:prstGeom prst="rect">
            <a:avLst/>
          </a:prstGeom>
          <a:solidFill>
            <a:srgbClr val="F3F4F6"/>
          </a:solidFill>
          <a:ln w="38100">
            <a:solidFill>
              <a:srgbClr val="1E3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097280"/>
            <a:ext cx="256032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生态构建（12个月）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2560320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社区运营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840480"/>
            <a:ext cx="146304" cy="14630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7673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携手共创AI教育新未来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 MatuX团队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MatuX AI教育平台 - 创业大赛商业计划书</dc:title>
  <dc:subject>PptxGenJS Presentation</dc:subject>
  <dc:creator>MatuX团队</dc:creator>
  <cp:lastModifiedBy>MatuX团队</cp:lastModifiedBy>
  <cp:revision>1</cp:revision>
  <dcterms:created xsi:type="dcterms:W3CDTF">2026-03-21T07:12:28Z</dcterms:created>
  <dcterms:modified xsi:type="dcterms:W3CDTF">2026-03-21T07:12:28Z</dcterms:modified>
</cp:coreProperties>
</file>