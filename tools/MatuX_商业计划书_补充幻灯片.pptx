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K12开源管理系统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产品定位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为教育机构、校园AI教学、机器人培训机构（面向K12）提供开源免费管理系统，带AI教师功能、基础入门课件，打通学生、家长、机构、学校，建立统一的课程体系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目标用户群体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🏫 教育机构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机器人、编程、AI培训机构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📚 学校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中小学、职业学校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👨‍🏫 教师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8952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授课教师、助教、教务管理员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👦 学生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K12学生（小学至高中）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👨‍👩‍👧 家长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查看学习进度和成果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🏛️ 教育局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数据汇总和监管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核心功能模块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80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📚 统一课程体系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4大分类·6级难度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多版本课程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AI辅助推荐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08960" y="429768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480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🤖 AI教师系统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智能问答·代码批改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项目指导·学习推荐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429768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4480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📊 四角色Dashboard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教师·机构管理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学校·教育局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多端协同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AI教师系统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💬 智能问答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基于课程内容回答学生问题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根据学生理解程度调整讲解方式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提供个性化的学习建议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✅ 代码批改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智能分析学生代码并给出反馈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自动识别代码错误和优化建议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提供详细的修改说明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🎯 项目指导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分步骤指导学生完成实践项目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提供技术方案和代码示例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帮助学生解决开发中遇到的问题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023360" cy="1737360"/>
          </a:xfrm>
          <a:prstGeom prst="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📊 学习推荐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基于学习历史和兴趣推荐下一课程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个性化学习路径规划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智能适配学生能力水平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Token消耗参考: 智能问答(300-1500) | 代码批改(800-3500) | 学习路径推荐(700-2500) | 项目指导(800-3000)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职校创客教育与市场对接系统 (1/3)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业务背景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职校学生创客教育是连接学校教育与企业实际需求的重要桥梁。本模块旨在：激发学生创新能力和实践能力、提供真实企业项目和市场需求对接、支持学生参加各类创客赛事、帮助学生对接就业机会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🚀 创客项目孵化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项目类型：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65176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机器人项目（智能小车、机械臂、无人机）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物联网项目（智能家居、环境监测、农业自动化）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软件项目（移动应用、Web应用、游戏开发）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混合项目（软硬件结合的创新应用）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项目流程：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34747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创意提交 → 导师审核 → 项目立项 → 资源分配 → 开发实施 → 阶段评审 → 成果展示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🏢 企业需求对接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需求分类：技术开发需求 | 产品设计需求 | 创新研究需求 | 校企合作项目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对接流程：企业发布需求 → 学校审核 → 学生组队竞标 → 企业选择 → 签订协议 → 项目实施 → 验收交付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职校创客教育与市场对接系统 (2/3)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🤖 市场需求推荐系统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基于学生的技能、兴趣和历史项目，AI系统推荐匹配的企业需求和创客赛事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推荐算法因素：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学生技能匹配度（技能标签、技术栈）40%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历史项目相似度 30%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学习兴趣偏好 20%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同类学生参与记录（协同过滤）10%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4023360" cy="2286000"/>
          </a:xfrm>
          <a:prstGeom prst="rect">
            <a:avLst/>
          </a:prstGeom>
          <a:solidFill>
            <a:srgbClr val="E8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🏆 创客赛事管理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赛事分类：校内赛事、区域赛事、全国赛事、国际赛事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功能模块：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赛事发布与报名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赛事推荐与智能匹配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项目提交与评审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成果展示与排名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💼 成果展示与就业对接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📁 个人成果库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项目作品集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竞赛成果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技能认证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能力评估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374904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🎖️ 竞赛成就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获奖记录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证书展示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排名统计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评委推荐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3749040"/>
            <a:ext cx="2651760" cy="11887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3931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💼 就业推荐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岗位匹配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企业对接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面试准备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• 薪资参考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职校创客教育与市场对接系统 (3/3)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实施计划（预计7-11个月）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阶段1: 基础功能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2-3个月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创客项目创建与管理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基础项目展示和进度跟踪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团队组建和协作功能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阶段2: 需求对接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1-2个月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企业需求发布模块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投标和竞标系统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项目合同管理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63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阶段3: 赛事管理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1-2个月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赛事发布和报名系统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成果提交和评审功能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赛事推荐算法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65176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阶段4: 智能推荐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1-2个月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AI需求推荐系统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学生成果库建设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就业推荐对接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65176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阶段5: 运营优化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持续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840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数据分析和监控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用户反馈收集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• 功能迭代优化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技术架构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前端: Angular组件化 | 后端: FastAPI + PostgreSQL | AI: 智能推荐算法 | 部署: Docker容器化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收费模型设计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免费课程体系 + AI课程（订阅费+Token消耗）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757D"/>
                </a:solidFill>
              </a:rPr>
              <a:t>免费版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C757D"/>
                </a:solidFill>
              </a:rPr>
              <a:t>¥0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&lt;50学生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194560" cy="36576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无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完整开源管理系统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基础课程(L1-2)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学生/家长/教师功能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基础Dashboard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创客项目管理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AI教师功能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智能推荐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743200" cy="3657600"/>
          </a:xfrm>
          <a:prstGeom prst="rect">
            <a:avLst/>
          </a:prstGeom>
          <a:solidFill>
            <a:srgbClr val="E8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专业版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¥99/月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50-500学生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10,000/月 tokens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1089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免费版所有功能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AI教师功能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智能课程推荐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学习路径AI规划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代码批改(500次/月)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企业需求推荐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赛事智能匹配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4754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3545"/>
                </a:solidFill>
              </a:rPr>
              <a:t>✗ 专属技术支持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企业版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</a:rPr>
              <a:t>¥2999/月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17920" y="2240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&gt;500学生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606040"/>
            <a:ext cx="21945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100,000/月 tokens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专业版所有功能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AI教师功能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专属技术支持(7×24)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定制化开发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数据导入/导出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1295C"/>
                </a:solidFill>
              </a:rPr>
              <a:t>✓ SLA保障99.9%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Token计费规则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功能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输入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输出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单次消耗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智能问答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100-500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200-1000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300-1500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代码批改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300-1500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800-3500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学习路径推荐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200-500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700-2500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项目指导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300-1000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500-2000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</a:rPr>
                        <a:t>800-3000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计费规则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3566160"/>
            <a:ext cx="2651760" cy="10972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免费版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无Token配额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¥0.1/1000 tokens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专业版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10,000 tokens/月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超出 ¥0.08/1000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3566160"/>
            <a:ext cx="2651760" cy="10972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3657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企业版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100,000 tokens/月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</a:rPr>
              <a:t>超出 ¥0.06/1000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提醒策略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⚠️ 配额预警(80%) | 🚫 配额耗尽(暂停AI) | 📅 到期提醒(前7天/3天/1天) | ⬇️ 功能降级(未续费)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MatuX商业计划书 - 补充幻灯片</dc:title>
  <dc:subject>PptxGenJS Presentation</dc:subject>
  <dc:creator>iMato Team</dc:creator>
  <cp:lastModifiedBy>iMato Team</cp:lastModifiedBy>
  <cp:revision>1</cp:revision>
  <dcterms:created xsi:type="dcterms:W3CDTF">2026-03-21T08:02:35Z</dcterms:created>
  <dcterms:modified xsi:type="dcterms:W3CDTF">2026-03-21T08:02:35Z</dcterms:modified>
</cp:coreProperties>
</file>